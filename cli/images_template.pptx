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3621"/>
    <p:restoredTop sz="94737"/>
  </p:normalViewPr>
  <p:slideViewPr>
    <p:cSldViewPr snapToGrid="0">
      <p:cViewPr>
        <p:scale>
          <a:sx n="150" d="100"/>
          <a:sy n="150" d="100"/>
        </p:scale>
        <p:origin x="552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C732-90B6-0F1C-4F1E-7961C7F6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BEB0B-C8EF-2DAA-4F8F-78AE8ED3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C72B7-8F07-2641-B165-1F2C01207A26}" type="datetimeFigureOut">
              <a:rPr lang="en-US"/>
              <a:pPr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E6389-98F1-771D-A5C5-988F20F3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8D25B-2576-DACD-9E95-D72F8F76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A52CC-747F-8E41-BB9D-BBD27DE440F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9418AF1-0B17-3974-F317-0FB4EF592B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064" y="472440"/>
            <a:ext cx="5943600" cy="27432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7C523C5E-F09D-78A2-2E01-3CDB7ECFCE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8338" y="472440"/>
            <a:ext cx="5943600" cy="27432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9DBD8F8B-4FB1-9096-B81B-43DBBF70D0A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10064" y="3573780"/>
            <a:ext cx="5943600" cy="27432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8F5CC3D-2770-AACF-C0A3-8AB0203DE30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38338" y="3573780"/>
            <a:ext cx="5943600" cy="27432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A32CCC2-B46F-9613-5974-86FDB3DC7D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0063" y="3235484"/>
            <a:ext cx="5943599" cy="212725"/>
          </a:xfrm>
        </p:spPr>
        <p:txBody>
          <a:bodyPr/>
          <a:lstStyle>
            <a:lvl1pPr algn="ctr">
              <a:buNone/>
              <a:defRPr sz="1000"/>
            </a:lvl1pPr>
            <a:lvl2pPr algn="ctr">
              <a:buNone/>
              <a:defRPr sz="1000"/>
            </a:lvl2pPr>
            <a:lvl3pPr algn="ctr">
              <a:buNone/>
              <a:defRPr sz="1000"/>
            </a:lvl3pPr>
            <a:lvl4pPr algn="ctr">
              <a:buNone/>
              <a:defRPr sz="1000"/>
            </a:lvl4pPr>
            <a:lvl5pPr algn="ctr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0406C96-E6A2-3CF4-8C82-3659D35BBC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38338" y="3235483"/>
            <a:ext cx="5943599" cy="212725"/>
          </a:xfrm>
        </p:spPr>
        <p:txBody>
          <a:bodyPr/>
          <a:lstStyle>
            <a:lvl1pPr algn="ctr">
              <a:buNone/>
              <a:defRPr sz="1000"/>
            </a:lvl1pPr>
            <a:lvl2pPr algn="ctr">
              <a:buNone/>
              <a:defRPr sz="1000"/>
            </a:lvl2pPr>
            <a:lvl3pPr algn="ctr">
              <a:buNone/>
              <a:defRPr sz="1000"/>
            </a:lvl3pPr>
            <a:lvl4pPr algn="ctr">
              <a:buNone/>
              <a:defRPr sz="1000"/>
            </a:lvl4pPr>
            <a:lvl5pPr algn="ctr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BCBCF2B-64CC-5B7D-0BB6-2BED5A5FE20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0063" y="6355397"/>
            <a:ext cx="5943599" cy="212725"/>
          </a:xfrm>
        </p:spPr>
        <p:txBody>
          <a:bodyPr/>
          <a:lstStyle>
            <a:lvl1pPr algn="ctr">
              <a:buNone/>
              <a:defRPr sz="1000"/>
            </a:lvl1pPr>
            <a:lvl2pPr algn="ctr">
              <a:buNone/>
              <a:defRPr sz="1000"/>
            </a:lvl2pPr>
            <a:lvl3pPr algn="ctr">
              <a:buNone/>
              <a:defRPr sz="1000"/>
            </a:lvl3pPr>
            <a:lvl4pPr algn="ctr">
              <a:buNone/>
              <a:defRPr sz="1000"/>
            </a:lvl4pPr>
            <a:lvl5pPr algn="ctr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F0CA1B6-7530-CF12-58BC-B0CCB1B2E3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38338" y="6355396"/>
            <a:ext cx="5943599" cy="212725"/>
          </a:xfrm>
        </p:spPr>
        <p:txBody>
          <a:bodyPr/>
          <a:lstStyle>
            <a:lvl1pPr algn="ctr">
              <a:buNone/>
              <a:defRPr sz="1000"/>
            </a:lvl1pPr>
            <a:lvl2pPr algn="ctr">
              <a:buNone/>
              <a:defRPr sz="1000"/>
            </a:lvl2pPr>
            <a:lvl3pPr algn="ctr">
              <a:buNone/>
              <a:defRPr sz="1000"/>
            </a:lvl3pPr>
            <a:lvl4pPr algn="ctr">
              <a:buNone/>
              <a:defRPr sz="1000"/>
            </a:lvl4pPr>
            <a:lvl5pPr algn="ctr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60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quar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EC732-90B6-0F1C-4F1E-7961C7F6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EBEB0B-C8EF-2DAA-4F8F-78AE8ED31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C72B7-8F07-2641-B165-1F2C01207A26}" type="datetimeFigureOut">
              <a:rPr lang="en-US"/>
              <a:pPr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E6389-98F1-771D-A5C5-988F20F3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8D25B-2576-DACD-9E95-D72F8F76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A52CC-747F-8E41-BB9D-BBD27DE440F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9418AF1-0B17-3974-F317-0FB4EF592B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064" y="472440"/>
            <a:ext cx="5943600" cy="27432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7C523C5E-F09D-78A2-2E01-3CDB7ECFCE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38338" y="472440"/>
            <a:ext cx="5943600" cy="27432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A32CCC2-B46F-9613-5974-86FDB3DC7D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0063" y="3235484"/>
            <a:ext cx="5943599" cy="212725"/>
          </a:xfrm>
        </p:spPr>
        <p:txBody>
          <a:bodyPr/>
          <a:lstStyle>
            <a:lvl1pPr algn="ctr">
              <a:buNone/>
              <a:defRPr sz="1000"/>
            </a:lvl1pPr>
            <a:lvl2pPr algn="ctr">
              <a:buNone/>
              <a:defRPr sz="1000"/>
            </a:lvl2pPr>
            <a:lvl3pPr algn="ctr">
              <a:buNone/>
              <a:defRPr sz="1000"/>
            </a:lvl3pPr>
            <a:lvl4pPr algn="ctr">
              <a:buNone/>
              <a:defRPr sz="1000"/>
            </a:lvl4pPr>
            <a:lvl5pPr algn="ctr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0406C96-E6A2-3CF4-8C82-3659D35BBC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38338" y="3235483"/>
            <a:ext cx="5943599" cy="212725"/>
          </a:xfrm>
        </p:spPr>
        <p:txBody>
          <a:bodyPr/>
          <a:lstStyle>
            <a:lvl1pPr algn="ctr">
              <a:buNone/>
              <a:defRPr sz="1000"/>
            </a:lvl1pPr>
            <a:lvl2pPr algn="ctr">
              <a:buNone/>
              <a:defRPr sz="1000"/>
            </a:lvl2pPr>
            <a:lvl3pPr algn="ctr">
              <a:buNone/>
              <a:defRPr sz="1000"/>
            </a:lvl3pPr>
            <a:lvl4pPr algn="ctr">
              <a:buNone/>
              <a:defRPr sz="1000"/>
            </a:lvl4pPr>
            <a:lvl5pPr algn="ctr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6998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65DB7-8342-8287-27CC-11B9862D15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DA437E-92AB-C484-1F4A-1B100DF4E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B8332-A4C6-DB93-1EFF-E50B0790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C72B7-8F07-2641-B165-1F2C01207A26}" type="datetimeFigureOut"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96EAA-5719-D6CD-0A71-6D39834A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E9023-D9BA-1A48-83BB-447F907F4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A52CC-747F-8E41-BB9D-BBD27DE440F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63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DADEB-F6C7-BACB-BAF0-21D85415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AF489-2498-F19F-9677-6FEBAD067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C72B7-8F07-2641-B165-1F2C01207A26}" type="datetimeFigureOut"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98323E-4651-DC65-CBB6-0A4BC8BC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726F3-7D82-B23B-1D47-B95B21D12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A52CC-747F-8E41-BB9D-BBD27DE440F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99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3A23B-BEE0-FD6C-4BE4-6D1686BE8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1F510-0438-F053-B668-4EE45B96A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557450"/>
            <a:ext cx="118872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E9F12-921F-1B86-45E0-7D66223DD3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75120"/>
            <a:ext cx="2743200" cy="182880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C72B7-8F07-2641-B165-1F2C01207A26}" type="datetimeFigureOut">
              <a:rPr lang="en-US"/>
              <a:pPr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5B10F-3CE4-1B73-4F22-724A27A6B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675120"/>
            <a:ext cx="4114800" cy="182880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z="9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8600D-8DDC-4C81-0610-2347406BCA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75120"/>
            <a:ext cx="2743200" cy="182880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A52CC-747F-8E41-BB9D-BBD27DE440F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8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49" r:id="rId3"/>
    <p:sldLayoutId id="214748365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21B2-48FF-6BA4-CA4D-5A29E64549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08C3B-5E62-A1AC-4325-BA776A60FA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7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93EBB-5E62-3FE0-411F-908480FC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81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Itsuki WANG</dc:creator>
  <cp:lastModifiedBy>Itsuki WANG</cp:lastModifiedBy>
  <cp:revision>5</cp:revision>
  <dcterms:created xsi:type="dcterms:W3CDTF">2025-11-19T06:28:55Z</dcterms:created>
  <dcterms:modified xsi:type="dcterms:W3CDTF">2025-11-19T06:52:56Z</dcterms:modified>
</cp:coreProperties>
</file>